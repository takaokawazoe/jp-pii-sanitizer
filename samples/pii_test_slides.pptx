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114800" cy="41148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業務提携プロジェクト 提案書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株式会社みらいテクノロジーズ × 弊社 共同事業計画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作成: 佐藤美咲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 / 経営企画部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提携先の概要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342" y="23280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76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提携先企業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株式会社みらいテクノロジーズ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902" y="23280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76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先方担当者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田中健一（営業部）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9768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42" y="447690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325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所在地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60120" y="5029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東京都渋谷区神南1丁目2番3号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9768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02" y="447690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325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連絡先メール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83680" y="5029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k.tanaka@mirai-tech.co.jp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プロジェクト推進体制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2768" y="237744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594" y="258226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プロジェクト責任者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703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佐藤美咲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全体統括・先方窓口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56432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46" y="2582266"/>
            <a:ext cx="321869" cy="3218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経理・支払管理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93592" y="3703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渡辺隆志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93592" y="4297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請求書と支払スケジュール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72784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05472" y="237744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298" y="2582266"/>
            <a:ext cx="321869" cy="3218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9944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技術検証リード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9944" y="3703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伊藤陽子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409944" y="4297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機械学習・共同研究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89136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21824" y="237744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650" y="2582266"/>
            <a:ext cx="321869" cy="3218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26296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法務担当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226296" y="3703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高橋誠一 弁護士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226296" y="42976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契約書レビュー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競合の動向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3408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競合A社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グローバルソリューションズ合同会社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部長: 鈴木大輔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拠点: 大阪府大阪市北区梅田3丁目4番5号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強み: 積極的な価格戦略で関西圏のシェア拡大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3408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弊社の差別化ポイント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310896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技術検証フェーズでの共同研究体制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厳格なスケジュール管理（過去の教訓を反映）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法務・会計の専門家によるリスク精査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24時間対応の運用保守サポート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TRANSACTIONS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過去の取引と教訓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三年前の契約事例を踏まえ、今回はスケジュール管理を強化します。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37744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取引先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担当者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所在地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有限会社さくら商事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山本さおり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納期遅延あり／対応済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株式会社あおぞら物産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渡辺隆志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端数処理を迅速解決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株式会社ネクストデータ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伊藤陽子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共同研究で良好な関係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技術検証フェーズ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946" y="235366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協力研究者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10896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株式会社ネクストデータ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研究員: 伊藤陽子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専門: 機械学習・多数の共同研究実績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連絡先: 090-1234-5678（平日日中）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1828800"/>
            <a:ext cx="3840480" cy="1874520"/>
          </a:xfrm>
          <a:prstGeom prst="roundRect">
            <a:avLst>
              <a:gd name="adj" fmla="val 390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0960" y="20116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680960" y="2971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共同研究の実績数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80960" y="3886200"/>
            <a:ext cx="3840480" cy="1874520"/>
          </a:xfrm>
          <a:prstGeom prst="roundRect">
            <a:avLst>
              <a:gd name="adj" fmla="val 390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680960" y="4114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即応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680960" y="5029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平日日中の折り返し体制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FINANCE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法務・会計レビュー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946" y="235366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顧問弁護士事務所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32004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高橋誠一 弁護士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所在地: 神奈川県横浜市西区みなとみらい2丁目3番1号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連絡先: info@takahashi-law.jp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4884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506" y="2353666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株式会社トライアンフ会計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0" y="32004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小林直樹 公認会計士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所在地: 福岡県福岡市博多区博多駅前2丁目5番9号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連絡先: 092-345-6789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運用保守サポート体制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1005840" cy="10058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475" y="2567635"/>
            <a:ext cx="442570" cy="4425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24028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株式会社クラウドサポートセンター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窓口: 森田拓也 マネージャー ／ 緊急連絡先: 011-222-3344（24時間）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05840" y="4343400"/>
            <a:ext cx="822960" cy="82296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69" y="4573829"/>
            <a:ext cx="362102" cy="3621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42519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拠点所在地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北海道札幌市中央区大通西5丁目8番地 ／ 全国リモート監視に対応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人事・新規メンバー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506" y="2445106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新規参画メンバー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加藤真由美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前職: 大手商社 海外事業部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英語での交渉に長ける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826" y="2445106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採用エージェント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36118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松本浩二（株式会社ヒューマンブリッジ）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連絡先: matsumoto@human-bridge.jp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継続的な採用支援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146" y="2445106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情報共有担当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0" y="36118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中村千秋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通知先: chiaki.nakamura@example-corp.jp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毎週金曜に進捗を配信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次のステップ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契約書ドラフト送付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高橋誠一 弁護士（info@takahashi-law.jp）へ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3566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定例会議で最終方針決定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来週開催 ／ 佐藤美咲が進行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46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4800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名古屋支社との連携開始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愛知県名古屋市中区栄4丁目1番8号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お問い合わせ: 佐藤美咲 ／ 経営企画部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業務提携プロジェクト提案</dc:title>
  <dc:subject>PptxGenJS Presentation</dc:subject>
  <dc:creator>PII Test</dc:creator>
  <cp:lastModifiedBy>PII Test</cp:lastModifiedBy>
  <cp:revision>1</cp:revision>
  <dcterms:created xsi:type="dcterms:W3CDTF">2026-07-04T03:34:48Z</dcterms:created>
  <dcterms:modified xsi:type="dcterms:W3CDTF">2026-07-04T03:34:48Z</dcterms:modified>
</cp:coreProperties>
</file>