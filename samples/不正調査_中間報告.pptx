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社内不正調査 中間報告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892A"/>
                </a:solidFill>
              </a:rPr>
              <a:t>架空取引および経費不正疑義に関する調査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8C4"/>
                </a:solidFill>
              </a:rPr>
              <a:t>案件番号: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IC-2026-0417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8C4"/>
                </a:solidFill>
              </a:rPr>
              <a:t>作成: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監査室  巻淵 志穂  (mabuchi.shiho@zenkai-holdings.co.jp)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8C4"/>
                </a:solidFill>
              </a:rPr>
              <a:t>報告日: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2026年7月8日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5577840"/>
            <a:ext cx="2926080" cy="54864"/>
          </a:xfrm>
          <a:prstGeom prst="rect">
            <a:avLst/>
          </a:prstGeom>
          <a:solidFill>
            <a:srgbClr val="C8892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</a:rPr>
              <a:t>調査対象者一覧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</a:rPr>
              <a:t>以下の従業員が本件の関係者として特定された。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3200400"/>
                <a:gridCol w="3840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氏名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社員番号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所属 / 役職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連絡先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鵜久森 達彦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EMP-88231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資材調達部 部長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u-kumori@zenkai-holdings.co.jp / 090-2841-6573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垰田 聡美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EMP-90514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経理部 課長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taoda.s@zenkai-holdings.co.jp / 080-6712-3390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百目鬼 亮介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EMP-71208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資材調達部 主任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dohmeki.r@zenkai-holdings.co.jp / 070-4455-1982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樫木原 みゆき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EMP-93677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経理部 担当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kashikihara@zenkai-holdings.co.jp / 090-3318-7024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2D30"/>
                </a:solidFill>
              </a:rPr>
              <a:t>※ マイナンバー・住所等の機微情報は別紙（限定配布）に記載。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</a:rPr>
              <a:t>社外秘 / CONFIDENTIAL — コンプライアンス委員会限り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</a:rPr>
              <a:t>疑わしい取引先と支払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566160"/>
                <a:gridCol w="3566160"/>
                <a:gridCol w="13716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取引先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所在地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振込先口座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金額(円)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有限会社 蛇喰産業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愛知県春日井市鷹来町3-14-2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瀬戸信用金庫 高蔵寺支店 普通 1802467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4,820,000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曲淵テクノサービス㈱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岐阜県可児市土田4471-8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十六銀行 可児支店 当座 0044912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3,150,000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合同会社 埖田(ごみた)商会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三重県桑名市大字江場字北浦776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百五銀行 桑名支店 普通 2290518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6,700,000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2976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B2D30"/>
                </a:solidFill>
              </a:rPr>
              <a:t>共通点: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3社とも登記後6か月以内に大口契約を締結。うち2社の登記上代表者住所が、鵜久森部長の自宅住所（横浜市都筑区茅ヶ崎中央58-12 ザ・パークハウス904）と近接。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</a:rPr>
              <a:t>社外秘 / CONFIDENTIAL — コンプライアンス委員会限り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</a:rPr>
              <a:t>証跡タイムライン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44752"/>
            <a:ext cx="164592" cy="164592"/>
          </a:xfrm>
          <a:prstGeom prst="ellipse">
            <a:avLst/>
          </a:prstGeom>
          <a:solidFill>
            <a:srgbClr val="C8892A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3B4E"/>
                </a:solidFill>
              </a:rPr>
              <a:t>2025/11/03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51760" y="13716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垰田課長が承認限度額(300万円)を分割し、2件の稟議を同日起票。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64592" cy="164592"/>
          </a:xfrm>
          <a:prstGeom prst="ellipse">
            <a:avLst/>
          </a:prstGeom>
          <a:solidFill>
            <a:srgbClr val="C8892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042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3B4E"/>
                </a:solidFill>
              </a:rPr>
              <a:t>2025/12/18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230428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蛇喰産業への前払金 482万円を送金。検収記録なし。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164592" cy="164592"/>
          </a:xfrm>
          <a:prstGeom prst="ellipse">
            <a:avLst/>
          </a:prstGeom>
          <a:solidFill>
            <a:srgbClr val="C8892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369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3B4E"/>
                </a:solidFill>
              </a:rPr>
              <a:t>2026/02/09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3236976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内部通報窓口へ匿名メール受信（送信元: whistle.zk@proton.me）。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42816"/>
            <a:ext cx="164592" cy="164592"/>
          </a:xfrm>
          <a:prstGeom prst="ellipse">
            <a:avLst/>
          </a:prstGeom>
          <a:solidFill>
            <a:srgbClr val="C8892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69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3B4E"/>
                </a:solidFill>
              </a:rPr>
              <a:t>2026/03/22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4169664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百目鬼主任の業務用PCから、取引先請求書テンプレート(元データ)を発見。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175504"/>
            <a:ext cx="164592" cy="164592"/>
          </a:xfrm>
          <a:prstGeom prst="ellipse">
            <a:avLst/>
          </a:prstGeom>
          <a:solidFill>
            <a:srgbClr val="C8892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023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3B4E"/>
                </a:solidFill>
              </a:rPr>
              <a:t>2026/05/30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510235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樫木原担当のメールに、鵜久森部長宛の私的送金明細(三井住友 6789-**-4412)添付。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2376" y="1463040"/>
            <a:ext cx="0" cy="3749040"/>
          </a:xfrm>
          <a:prstGeom prst="line">
            <a:avLst/>
          </a:prstGeom>
          <a:noFill/>
          <a:ln w="2540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</a:rPr>
              <a:t>社外秘 / CONFIDENTIAL — コンプライアンス委員会限り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今後の対応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solidFill>
            <a:srgbClr val="C889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54480" y="17373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対象4名の業務用端末・メールのフォレンジック保全（外部委託: 桧曽原リーガルテック㈱ 担当 樅山弁護士）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solidFill>
            <a:srgbClr val="C889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27889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蛇喰産業ほか2社への反面調査、および登記簿・口座名義の突合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solidFill>
            <a:srgbClr val="C889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38404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人事部と連携し、鵜久森・垰田両名の職務一時停止を検討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892040"/>
            <a:ext cx="548640" cy="548640"/>
          </a:xfrm>
          <a:prstGeom prst="rect">
            <a:avLst/>
          </a:prstGeom>
          <a:solidFill>
            <a:srgbClr val="C889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48920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第三者委員会設置の是非を経営会議（7/24）に上程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4"/>
                </a:solidFill>
              </a:rPr>
              <a:t>問合せ: 監査室 巻淵 志穂  内線4471 / mabuchi.shiho@zenkai-holdings.co.jp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2026-07-10T02:34:32Z</dcterms:created>
  <dcterms:modified xsi:type="dcterms:W3CDTF">2026-07-10T02:34:32Z</dcterms:modified>
</cp:coreProperties>
</file>